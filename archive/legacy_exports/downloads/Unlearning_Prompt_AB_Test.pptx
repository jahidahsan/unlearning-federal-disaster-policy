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2E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91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919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9.1</c:v>
                </c:pt>
                <c:pt idx="1">
                  <c:v>27.3</c:v>
                </c:pt>
                <c:pt idx="2">
                  <c:v>36.4</c:v>
                </c:pt>
                <c:pt idx="3">
                  <c:v>36.4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F2E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14919B"/>
            </a:solidFill>
            <a:effectLst/>
          </c:spPr>
          <c:invertIfNegative val="0"/>
          <c:dLbls>
            <c:numFmt formatCode="0.00&quot;¢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2E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91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91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91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1.26</c:v>
                </c:pt>
                <c:pt idx="1">
                  <c:v>5.19</c:v>
                </c:pt>
                <c:pt idx="2">
                  <c:v>7.45</c:v>
                </c:pt>
                <c:pt idx="3">
                  <c:v>8.7</c:v>
                </c:pt>
              </c:numCache>
            </c:numRef>
          </c:val>
        </c:ser>
        <c:dLbls>
          <c:numFmt formatCode="0.00&quot;¢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0F2E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Calibri"/>
                  </a:rPr>
                  <a:t>cost per prompt (US cents)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icons/target__whit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5989320" y="96012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ANNOTATION  ·  PROMPT  A/B  TEST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02920" y="105156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a model to</a:t>
            </a:r>
            <a:endParaRPr lang="en-US" sz="4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recognize “unlearning”</a:t>
            </a:r>
            <a:endParaRPr lang="en-US" sz="4100" dirty="0"/>
          </a:p>
        </p:txBody>
      </p:sp>
      <p:sp>
        <p:nvSpPr>
          <p:cNvPr id="5" name="Text 2"/>
          <p:cNvSpPr/>
          <p:nvPr/>
        </p:nvSpPr>
        <p:spPr>
          <a:xfrm>
            <a:off x="530352" y="288950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B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prompt designs, one classifier — measured on accuracy and cost.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30352" y="4069080"/>
            <a:ext cx="1788566" cy="457200"/>
          </a:xfrm>
          <a:prstGeom prst="roundRect">
            <a:avLst>
              <a:gd name="adj" fmla="val 50000"/>
            </a:avLst>
          </a:prstGeom>
          <a:solidFill>
            <a:srgbClr val="163F39"/>
          </a:solidFill>
          <a:ln w="12700">
            <a:solidFill>
              <a:srgbClr val="2C6560"/>
            </a:solidFill>
            <a:prstDash val="solid"/>
          </a:ln>
        </p:spPr>
      </p:sp>
      <p:pic>
        <p:nvPicPr>
          <p:cNvPr id="7" name="Image 1" descr="deck/icons/robot_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4192524"/>
            <a:ext cx="210312" cy="210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4069080"/>
            <a:ext cx="1331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gpt-5.4-nano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465222" y="4069080"/>
            <a:ext cx="2147011" cy="457200"/>
          </a:xfrm>
          <a:prstGeom prst="roundRect">
            <a:avLst>
              <a:gd name="adj" fmla="val 50000"/>
            </a:avLst>
          </a:prstGeom>
          <a:solidFill>
            <a:srgbClr val="163F39"/>
          </a:solidFill>
          <a:ln w="12700">
            <a:solidFill>
              <a:srgbClr val="2C6560"/>
            </a:solidFill>
            <a:prstDash val="solid"/>
          </a:ln>
        </p:spPr>
      </p:sp>
      <p:pic>
        <p:nvPicPr>
          <p:cNvPr id="10" name="Image 2" descr="deck/icons/layers_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526" y="4192524"/>
            <a:ext cx="210312" cy="2103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67558" y="4069080"/>
            <a:ext cx="16898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prompt designs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4758538" y="406908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63F39"/>
          </a:solidFill>
          <a:ln w="12700">
            <a:solidFill>
              <a:srgbClr val="2C6560"/>
            </a:solidFill>
            <a:prstDash val="solid"/>
          </a:ln>
        </p:spPr>
      </p:sp>
      <p:pic>
        <p:nvPicPr>
          <p:cNvPr id="13" name="Image 3" descr="deck/icons/doc_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842" y="4192524"/>
            <a:ext cx="210312" cy="2103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60874" y="40690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GAO passages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6962242" y="4069080"/>
            <a:ext cx="1967789" cy="457200"/>
          </a:xfrm>
          <a:prstGeom prst="roundRect">
            <a:avLst>
              <a:gd name="adj" fmla="val 50000"/>
            </a:avLst>
          </a:prstGeom>
          <a:solidFill>
            <a:srgbClr val="163F39"/>
          </a:solidFill>
          <a:ln w="12700">
            <a:solidFill>
              <a:srgbClr val="2C6560"/>
            </a:solidFill>
            <a:prstDash val="solid"/>
          </a:ln>
        </p:spPr>
      </p:sp>
      <p:pic>
        <p:nvPicPr>
          <p:cNvPr id="16" name="Image 4" descr="deck/icons/target_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8546" y="4192524"/>
            <a:ext cx="210312" cy="2103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364578" y="4069080"/>
            <a:ext cx="1510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predictions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9076334" y="4069080"/>
            <a:ext cx="1788566" cy="457200"/>
          </a:xfrm>
          <a:prstGeom prst="roundRect">
            <a:avLst>
              <a:gd name="adj" fmla="val 50000"/>
            </a:avLst>
          </a:prstGeom>
          <a:solidFill>
            <a:srgbClr val="163F39"/>
          </a:solidFill>
          <a:ln w="12700">
            <a:solidFill>
              <a:srgbClr val="2C6560"/>
            </a:solidFill>
            <a:prstDash val="solid"/>
          </a:ln>
        </p:spPr>
      </p:sp>
      <p:pic>
        <p:nvPicPr>
          <p:cNvPr id="19" name="Image 5" descr="deck/icons/dollar_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2638" y="4192524"/>
            <a:ext cx="210312" cy="21031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478670" y="4069080"/>
            <a:ext cx="13313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$0.023 total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tested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the codebook: a binary “unlearning — yes / no” filter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57600" cy="3337560"/>
          </a:xfrm>
          <a:prstGeom prst="roundRect">
            <a:avLst>
              <a:gd name="adj" fmla="val 3014"/>
            </a:avLst>
          </a:prstGeom>
          <a:solidFill>
            <a:srgbClr val="F1F6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38528"/>
            <a:ext cx="420624" cy="420624"/>
          </a:xfrm>
          <a:prstGeom prst="ellipse">
            <a:avLst/>
          </a:prstGeom>
          <a:solidFill>
            <a:srgbClr val="0D737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deck/icons/robot_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882" y="2047890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911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98448" y="21579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gpt-5.4-nano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1520" y="2633472"/>
            <a:ext cx="420624" cy="420624"/>
          </a:xfrm>
          <a:prstGeom prst="ellipse">
            <a:avLst/>
          </a:prstGeom>
          <a:solidFill>
            <a:srgbClr val="0D737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deck/icons/doc_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82" y="2742834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2606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text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298448" y="28529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passages from gao-06-442t.pdf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1520" y="3328416"/>
            <a:ext cx="420624" cy="420624"/>
          </a:xfrm>
          <a:prstGeom prst="ellipse">
            <a:avLst/>
          </a:prstGeom>
          <a:solidFill>
            <a:srgbClr val="0D737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deck/icons/target_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2" y="3437778"/>
            <a:ext cx="201900" cy="201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98448" y="3300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98448" y="35478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labelled “Yes” (unlearning present)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31520" y="4023360"/>
            <a:ext cx="420624" cy="420624"/>
          </a:xfrm>
          <a:prstGeom prst="ellipse">
            <a:avLst/>
          </a:prstGeom>
          <a:solidFill>
            <a:srgbClr val="0D737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deck/icons/bolt_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882" y="4132722"/>
            <a:ext cx="201900" cy="2019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98448" y="3995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298448" y="42428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Yes / No for each passage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43484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PROMPTS  ·  each adds more context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434840" y="1810512"/>
            <a:ext cx="4206240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99432" y="1929384"/>
            <a:ext cx="384048" cy="384048"/>
          </a:xfrm>
          <a:prstGeom prst="ellipse">
            <a:avLst/>
          </a:prstGeom>
          <a:solidFill>
            <a:srgbClr val="0F2E2B"/>
          </a:solidFill>
          <a:ln/>
        </p:spPr>
      </p:sp>
      <p:sp>
        <p:nvSpPr>
          <p:cNvPr id="25" name="Text 19"/>
          <p:cNvSpPr/>
          <p:nvPr/>
        </p:nvSpPr>
        <p:spPr>
          <a:xfrm>
            <a:off x="4599432" y="1929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24" dirty="0"/>
          </a:p>
        </p:txBody>
      </p:sp>
      <p:sp>
        <p:nvSpPr>
          <p:cNvPr id="26" name="Text 20"/>
          <p:cNvSpPr/>
          <p:nvPr/>
        </p:nvSpPr>
        <p:spPr>
          <a:xfrm>
            <a:off x="5138928" y="1883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only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138928" y="2130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passage + the yes/no question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434840" y="2496312"/>
            <a:ext cx="4206240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99432" y="2615184"/>
            <a:ext cx="384048" cy="384048"/>
          </a:xfrm>
          <a:prstGeom prst="ellipse">
            <a:avLst/>
          </a:prstGeom>
          <a:solidFill>
            <a:srgbClr val="0F2E2B"/>
          </a:solidFill>
          <a:ln/>
        </p:spPr>
      </p:sp>
      <p:sp>
        <p:nvSpPr>
          <p:cNvPr id="30" name="Text 24"/>
          <p:cNvSpPr/>
          <p:nvPr/>
        </p:nvSpPr>
        <p:spPr>
          <a:xfrm>
            <a:off x="4599432" y="2615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24" dirty="0"/>
          </a:p>
        </p:txBody>
      </p:sp>
      <p:sp>
        <p:nvSpPr>
          <p:cNvPr id="31" name="Text 25"/>
          <p:cNvSpPr/>
          <p:nvPr/>
        </p:nvSpPr>
        <p:spPr>
          <a:xfrm>
            <a:off x="5138928" y="2569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5138928" y="2816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codebook definition &amp; detection logic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434840" y="3182112"/>
            <a:ext cx="4206240" cy="585216"/>
          </a:xfrm>
          <a:prstGeom prst="roundRect">
            <a:avLst>
              <a:gd name="adj" fmla="val 17188"/>
            </a:avLst>
          </a:prstGeom>
          <a:solidFill>
            <a:srgbClr val="E8F5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99432" y="3300984"/>
            <a:ext cx="384048" cy="384048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5" name="Text 29"/>
          <p:cNvSpPr/>
          <p:nvPr/>
        </p:nvSpPr>
        <p:spPr>
          <a:xfrm>
            <a:off x="4599432" y="33009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24" dirty="0"/>
          </a:p>
        </p:txBody>
      </p:sp>
      <p:sp>
        <p:nvSpPr>
          <p:cNvPr id="36" name="Text 30"/>
          <p:cNvSpPr/>
          <p:nvPr/>
        </p:nvSpPr>
        <p:spPr>
          <a:xfrm>
            <a:off x="5138928" y="3255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Defs + examples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5138928" y="3502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few-shot examples (text + label)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434840" y="3867912"/>
            <a:ext cx="4206240" cy="585216"/>
          </a:xfrm>
          <a:prstGeom prst="roundRect">
            <a:avLst>
              <a:gd name="adj" fmla="val 171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599432" y="3986784"/>
            <a:ext cx="384048" cy="384048"/>
          </a:xfrm>
          <a:prstGeom prst="ellipse">
            <a:avLst/>
          </a:prstGeom>
          <a:solidFill>
            <a:srgbClr val="0F2E2B"/>
          </a:solidFill>
          <a:ln/>
        </p:spPr>
      </p:sp>
      <p:sp>
        <p:nvSpPr>
          <p:cNvPr id="40" name="Text 34"/>
          <p:cNvSpPr/>
          <p:nvPr/>
        </p:nvSpPr>
        <p:spPr>
          <a:xfrm>
            <a:off x="4599432" y="3986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924" dirty="0"/>
          </a:p>
        </p:txBody>
      </p:sp>
      <p:sp>
        <p:nvSpPr>
          <p:cNvPr id="41" name="Text 35"/>
          <p:cNvSpPr/>
          <p:nvPr/>
        </p:nvSpPr>
        <p:spPr>
          <a:xfrm>
            <a:off x="5138928" y="3941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metadata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5138928" y="4187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rationale, source &amp; expanded codes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context, better recall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on the 11 “Yes” passages — climbs from 9% to 36%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349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817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variant  (A → D)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053328" y="1481328"/>
            <a:ext cx="2651760" cy="1234440"/>
          </a:xfrm>
          <a:prstGeom prst="roundRect">
            <a:avLst>
              <a:gd name="adj" fmla="val 8889"/>
            </a:avLst>
          </a:prstGeom>
          <a:solidFill>
            <a:srgbClr val="0F2E2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53328" y="159105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36.4%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053328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 (prompts C &amp; 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53328" y="2889504"/>
            <a:ext cx="2651760" cy="914400"/>
          </a:xfrm>
          <a:prstGeom prst="roundRect">
            <a:avLst>
              <a:gd name="adj" fmla="val 11000"/>
            </a:avLst>
          </a:prstGeom>
          <a:solidFill>
            <a:srgbClr val="F1F6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99632" y="29992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+27 points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199632" y="3346704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from adding definitions + examples (A → C)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138160" y="3913632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deck/icons/trendup_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403250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53328" y="396849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best prompt catches only ~1 in 3 — recall, not accuracy, is the ceiling here.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…but context isn’t free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prompt scales with the tokens each design sends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5349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817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tokens:  A 3.5k   ·   B 22.5k   ·   C 33.8k   ·   D 40.2k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053328" y="1481328"/>
            <a:ext cx="2651760" cy="1572768"/>
          </a:xfrm>
          <a:prstGeom prst="roundRect">
            <a:avLst>
              <a:gd name="adj" fmla="val 6395"/>
            </a:avLst>
          </a:prstGeom>
          <a:solidFill>
            <a:srgbClr val="FEF6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36208" y="1664208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deck/icons/warn_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4848" y="1700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236208" y="224942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→ D adds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tokens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 cost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accuracy gain.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053328" y="320040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0F2E2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236208" y="3328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run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236208" y="363931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$0.0226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rgbClr val="CBE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100.1k tokens · 44 calls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efficiency sweet spot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correct prediction — where accuracy and spend balance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0116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1664208"/>
            <a:ext cx="512064" cy="512064"/>
          </a:xfrm>
          <a:prstGeom prst="ellipse">
            <a:avLst/>
          </a:prstGeom>
          <a:solidFill>
            <a:srgbClr val="0F2E2B"/>
          </a:solidFill>
          <a:ln/>
        </p:spPr>
      </p:sp>
      <p:sp>
        <p:nvSpPr>
          <p:cNvPr id="6" name="Text 4"/>
          <p:cNvSpPr/>
          <p:nvPr/>
        </p:nvSpPr>
        <p:spPr>
          <a:xfrm>
            <a:off x="1252728" y="1664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32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$0.00126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2920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correct call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1/11 correct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310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0048" y="1481328"/>
            <a:ext cx="20116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9856" y="1664208"/>
            <a:ext cx="512064" cy="512064"/>
          </a:xfrm>
          <a:prstGeom prst="ellipse">
            <a:avLst/>
          </a:prstGeom>
          <a:solidFill>
            <a:srgbClr val="0F2E2B"/>
          </a:solidFill>
          <a:ln/>
        </p:spPr>
      </p:sp>
      <p:sp>
        <p:nvSpPr>
          <p:cNvPr id="13" name="Text 11"/>
          <p:cNvSpPr/>
          <p:nvPr/>
        </p:nvSpPr>
        <p:spPr>
          <a:xfrm>
            <a:off x="3419856" y="1664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32" dirty="0"/>
          </a:p>
        </p:txBody>
      </p:sp>
      <p:sp>
        <p:nvSpPr>
          <p:cNvPr id="14" name="Text 12"/>
          <p:cNvSpPr/>
          <p:nvPr/>
        </p:nvSpPr>
        <p:spPr>
          <a:xfrm>
            <a:off x="2670048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$0.00173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670048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correct call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670048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3/11 correct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61488" y="3310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37176" y="1481328"/>
            <a:ext cx="2011680" cy="2148840"/>
          </a:xfrm>
          <a:prstGeom prst="roundRect">
            <a:avLst>
              <a:gd name="adj" fmla="val 5000"/>
            </a:avLst>
          </a:prstGeom>
          <a:solidFill>
            <a:srgbClr val="E8F5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86984" y="1664208"/>
            <a:ext cx="512064" cy="512064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5586984" y="1664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32" dirty="0"/>
          </a:p>
        </p:txBody>
      </p:sp>
      <p:sp>
        <p:nvSpPr>
          <p:cNvPr id="21" name="Text 19"/>
          <p:cNvSpPr/>
          <p:nvPr/>
        </p:nvSpPr>
        <p:spPr>
          <a:xfrm>
            <a:off x="4837176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$0.00186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837176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correct call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37176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 correct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616" y="3310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Defs + examples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37176" y="15361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04304" y="1481328"/>
            <a:ext cx="201168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54112" y="1664208"/>
            <a:ext cx="512064" cy="512064"/>
          </a:xfrm>
          <a:prstGeom prst="ellipse">
            <a:avLst/>
          </a:prstGeom>
          <a:solidFill>
            <a:srgbClr val="0F2E2B"/>
          </a:solidFill>
          <a:ln/>
        </p:spPr>
      </p:sp>
      <p:sp>
        <p:nvSpPr>
          <p:cNvPr id="28" name="Text 26"/>
          <p:cNvSpPr/>
          <p:nvPr/>
        </p:nvSpPr>
        <p:spPr>
          <a:xfrm>
            <a:off x="7754112" y="1664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32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32" dirty="0"/>
          </a:p>
        </p:txBody>
      </p:sp>
      <p:sp>
        <p:nvSpPr>
          <p:cNvPr id="29" name="Text 27"/>
          <p:cNvSpPr/>
          <p:nvPr/>
        </p:nvSpPr>
        <p:spPr>
          <a:xfrm>
            <a:off x="7004304" y="2331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$0.00217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7004304" y="2761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correct call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04304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 correct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95744" y="3310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Defs + examples + metadata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3913632"/>
            <a:ext cx="8138160" cy="841248"/>
          </a:xfrm>
          <a:prstGeom prst="roundRect">
            <a:avLst>
              <a:gd name="adj" fmla="val 10870"/>
            </a:avLst>
          </a:prstGeom>
          <a:solidFill>
            <a:srgbClr val="0F2E2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3232" y="4069080"/>
            <a:ext cx="512064" cy="512064"/>
          </a:xfrm>
          <a:prstGeom prst="ellipse">
            <a:avLst/>
          </a:prstGeom>
          <a:solidFill>
            <a:srgbClr val="5EEAD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35" name="Image 0" descr="deck/icons/scale_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369" y="4202217"/>
            <a:ext cx="245791" cy="245791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371600" y="3913632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pPr indent="0" marL="0">
              <a:buNone/>
            </a:pPr>
            <a:r>
              <a:rPr lang="en-US" sz="130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 (definitions + examples) matches D’s accuracy at 14% lower cost. The extra metadata in D didn’t earn its tokens on this set.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reliability warnings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matter before trusting the model as an annotator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041648" cy="3246120"/>
          </a:xfrm>
          <a:prstGeom prst="roundRect">
            <a:avLst>
              <a:gd name="adj" fmla="val 30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eck/icons/gauge_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80685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190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≠ correctness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9808" y="246888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1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61518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49808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WRONG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61488" y="2468880"/>
            <a:ext cx="1691640" cy="1234440"/>
          </a:xfrm>
          <a:prstGeom prst="roundRect">
            <a:avLst>
              <a:gd name="adj" fmla="val 7407"/>
            </a:avLst>
          </a:prstGeom>
          <a:solidFill>
            <a:srgbClr val="F1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61488" y="261518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73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2761488" y="3200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confidence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RIGHT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49808" y="38221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slightly more confident when it’s wrong. Self-reported confidence can’t be used to filter answers.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709160" y="1417320"/>
            <a:ext cx="3931920" cy="3246120"/>
          </a:xfrm>
          <a:prstGeom prst="roundRect">
            <a:avLst>
              <a:gd name="adj" fmla="val 3099"/>
            </a:avLst>
          </a:prstGeom>
          <a:solidFill>
            <a:srgbClr val="FEF6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56048" y="1664208"/>
            <a:ext cx="548640" cy="54864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deck/icons/ban_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8694" y="1806854"/>
            <a:ext cx="263347" cy="26334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69280" y="1719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blind spots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956048" y="239572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pPr indent="0" marL="0">
              <a:buNone/>
            </a:pPr>
            <a:r>
              <a:rPr lang="en-US" sz="30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11</a:t>
            </a:r>
            <a:endParaRPr lang="en-US" sz="6600" dirty="0"/>
          </a:p>
        </p:txBody>
      </p:sp>
      <p:sp>
        <p:nvSpPr>
          <p:cNvPr id="20" name="Text 16"/>
          <p:cNvSpPr/>
          <p:nvPr/>
        </p:nvSpPr>
        <p:spPr>
          <a:xfrm>
            <a:off x="4956048" y="33467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 were never classified correctly — by any of the four prompts.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56048" y="39136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7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lifts recall but leaves a hard core untouched; these need a rule change, not a bigger prompt.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slips through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miss — passage 14:3, ground truth “Yes”, model said “No”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94960" cy="3246120"/>
          </a:xfrm>
          <a:prstGeom prst="roundRect">
            <a:avLst>
              <a:gd name="adj" fmla="val 3099"/>
            </a:avLst>
          </a:prstGeom>
          <a:solidFill>
            <a:srgbClr val="F1F6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deck/icons/quote_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6420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007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model’s own rationale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846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i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“…it discusses prior reviews and recommendations to improve preparedness and response capacity — but it does not explicitly call for abandoning or dismantling misaligned legacy assumptions or routines.”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in this wrong answer:  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7220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938528"/>
            <a:ext cx="438912" cy="438912"/>
          </a:xfrm>
          <a:prstGeom prst="ellipse">
            <a:avLst/>
          </a:prstGeom>
          <a:solidFill>
            <a:srgbClr val="0F2E2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deck/icons/search_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317" y="2052645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48272" y="19202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trigger words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748272" y="21762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codes “Yes” only on explicit ‘abandon / dismantle’ language.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172200" y="2852928"/>
            <a:ext cx="438912" cy="438912"/>
          </a:xfrm>
          <a:prstGeom prst="ellipse">
            <a:avLst/>
          </a:prstGeom>
          <a:solidFill>
            <a:srgbClr val="0F2E2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deck/icons/ban_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317" y="2967045"/>
            <a:ext cx="210678" cy="21067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48272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reads as “No”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748272" y="30906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framed as ‘improve / enhance / recommend’ is missed.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6172200" y="3767328"/>
            <a:ext cx="438912" cy="438912"/>
          </a:xfrm>
          <a:prstGeom prst="ellipse">
            <a:avLst/>
          </a:prstGeom>
          <a:solidFill>
            <a:srgbClr val="0F2E2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deck/icons/bolt_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317" y="3881445"/>
            <a:ext cx="210678" cy="21067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48272" y="37490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rule, not the prompt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748272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logic must cover implicit departure from legacy practice.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E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leaves the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9509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from this run, and the limits on reading too much into it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402336" cy="402336"/>
          </a:xfrm>
          <a:prstGeom prst="ellipse">
            <a:avLst/>
          </a:prstGeom>
          <a:solidFill>
            <a:srgbClr val="5EEAD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deck/icons/check__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47" y="1951695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9222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prompt C as the default — best accuracy per dollar; metadata didn’t pay off.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96896"/>
            <a:ext cx="402336" cy="402336"/>
          </a:xfrm>
          <a:prstGeom prst="ellipse">
            <a:avLst/>
          </a:prstGeom>
          <a:solidFill>
            <a:srgbClr val="5EEAD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1" descr="deck/icons/check__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" y="2701503"/>
            <a:ext cx="193121" cy="1931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54203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detection logic to catch implicit unlearning (reform, ‘improve capacity’), not just ‘abandon / dismantle’.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346704"/>
            <a:ext cx="402336" cy="402336"/>
          </a:xfrm>
          <a:prstGeom prst="ellipse">
            <a:avLst/>
          </a:prstGeom>
          <a:solidFill>
            <a:srgbClr val="5EEAD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deck/icons/check__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" y="3451311"/>
            <a:ext cx="193121" cy="1931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2918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trust the model’s confidence score — it doesn’t track correctness.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4096512"/>
            <a:ext cx="402336" cy="402336"/>
          </a:xfrm>
          <a:prstGeom prst="ellipse">
            <a:avLst/>
          </a:prstGeom>
          <a:solidFill>
            <a:srgbClr val="5EEAD4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3" descr="deck/icons/check__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" y="4201119"/>
            <a:ext cx="193121" cy="1931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40416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ground-truth “No” passages so precision &amp; F1 become measurable (the 80% F1 floor).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440680" y="1572768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163F3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669280" y="1783080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deck/icons/info_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152" y="1901952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36208" y="18105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care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56692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943600" y="237744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only (gpt-5.4-nano) — no cross-provider comparison here.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66928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943600" y="292608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document; 11 passages — a small sample.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5669280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943600" y="347472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row is “Yes”, so accuracy = recall; precision/F1 need negatives.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66928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943600" y="4023360"/>
            <a:ext cx="257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list rates; caching / batch would cut cost further.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Prompting for Unlearning</dc:title>
  <dc:subject>PptxGenJS Presentation</dc:subject>
  <dc:creator>Analysis</dc:creator>
  <cp:lastModifiedBy>Analysis</cp:lastModifiedBy>
  <cp:revision>1</cp:revision>
  <dcterms:created xsi:type="dcterms:W3CDTF">2026-07-03T13:16:12Z</dcterms:created>
  <dcterms:modified xsi:type="dcterms:W3CDTF">2026-07-03T13:16:12Z</dcterms:modified>
</cp:coreProperties>
</file>